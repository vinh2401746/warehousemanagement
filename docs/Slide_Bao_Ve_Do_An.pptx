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B7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HỆ THỐNG QUẢN LÝ KHO &amp; BÁN HÀNG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83455"/>
            <a:ext cx="9144000" cy="3600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3489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Đồ án tốt nghiệp / Bài tập lớn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HỆ THỐNG QUẢN TRỊ KHO &amp; BÁN HÀNG ĐA CHI NHÁNH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</a:rPr>
              <a:t>SINH VIÊN THỰC HIỆN: [Tên của bạn]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</a:rPr>
              <a:t>GVHD: [Tên GVHD]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ĐẶT VẤN ĐỀ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</a:rPr>
              <a:t>Khó khăn hiện tại của các cửa hàng bán lẻ/kho: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Khó kiểm soát tồn kho thực tế, nhập xuất bị chênh lệch.
• Phân quyền lỏng lẻo, nhân viên kho này có thể xem trộm sửa dữ liệu kho khác.
• Tách biệt giữa phần mềm quản lý kho và phần mềm bán hàng (POS).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Giải pháp đề xuất: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Xây dựng một nền tảng 'All-in-one' kết hợp cả quản lý chi nhánh, kho bãi lẫn nghiệp vụ bán hàng POS tại quầy.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MỤC TIÊU ĐỀ TÀI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Khả năng mở rộng (Multi-branch): Quản lý được nhiều Chi nhánh, mỗi chi nhánh sở hữu nhiều Kho.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Quy trình chặt chẽ: Tồn kho không tự động thay đổi, mọi phiếu Nhập/Xuất phải qua bước Phê duyệt của cấp quản lý.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Bảo mật dữ liệu (Data Isolation): Nhân viên cửa hàng nào chỉ đăng nhập và quản lý Cửa hàng/Kho đó (Branch Scope Authorization).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CÔNG NGHỆ ÁP DỤNG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Frontend: React, TypeScript, Ant Design (Giao diện hiện đại, dễ thao tác).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Backend: Node.js (Xử lý mượt luồng nghiệp vụ realtime).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Cơ sở dữ liệu: Hệ quản trị CSDL giúp lưu vết toàn bộ hoạt động xuất/nhập/bán.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KIẾN TRÚC PHÂN QUYỀN ĐỘC ĐÁO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3657600" cy="731520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Admin (Global Scope)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Thấy được mọi thứ của toàn hệ thống (Tạo cửa hàng, tạo kho).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solidFill>
            <a:srgbClr val="F2DC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Nhân viên (Branch Scope)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Đăng nhập vào, nhân viên chỉ chạm được hàng và kho của cửa hàng mình quản lý. Hoàn toàn cách ly dữ liệu.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LUỒNG NGHIỆP VỤ CỐT LÕI (E2E)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EEF2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Khởi tạo Không gian: Chi nhánh ➜ Kho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EEF2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Thiết lập Dữ liệu: Đơn vị tính ➜ Nhà cung cấp ➜ Sản phẩm (Tồn = 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EEF2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3. Vận hành Input: Tạo Phiếu Nhập Kho ➜ Duyệt Phiếu ➜ Trừ tiền quỹ &amp; Nhảy tồn kho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EEF2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4. Vận hành Output: Giao diện POS Bán Hàng ➜ Tính tiền ➜ Ra Hóa Đơn &amp; Trừ Tồn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NHẬP KHO VÀ PHÊ DUYỆT BƠM TỒN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Lên phiếu nhập thông tin hàng hóa, nhà cung cấp và kho nhận.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TÍNH NĂNG CHỐT CHẶN: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Phiếu tạo xong sẽ ở trạng thái 'Đang chờ duyệt' (Tồn kho chưa nhảy).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Người quản lý (hoặc nhân sự có quyền) bắt buộc phải bấm OK duyệt phiếu thì Hàng mới đổ vào Kho vật lý.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Giảm thiểu tuyệt đối rủi ro gian lận khai khống tồn kho.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BÁN HÀNG TÍCH HỢP (POS)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Chọn kho xuất hàng -&gt; Sản phẩm tương ứng sẽ hiển thị.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Chức năng chọn sản phẩm siêu tốc đưa vào giỏ hàng.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Hỗ trợ Khách hàng có sẵn (lưu thông tin) hoặc khách vãng lai mua lẹ.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Nút 'Tính tiền' tự động tính bù trừ tiền thừa.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Bấm thanh toán là hệ thống tự động xuất hóa đơn, làm sạch giỏ và trừ số lượng tự động.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73"/>
                </a:solidFill>
              </a:rPr>
              <a:t>KẾT LUẬN &amp; HƯỚNG PHÁT TRIỂN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ĐÃ ĐẠT ĐƯỢC: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Hoàn thiện một chu trình All-in-one mượt mà từ setup Master Data chặn chẽ đến ra Hóa đơn bán lẻ đa nhân sự.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HƯỚNG PHÁT TRIỂN TƯƠNG LAI: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Cảnh báo hết hàng tự động gửi mail / SMS.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Tích hợp biểu đồ thống kê chuyên sâu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 Bổ sung Quét mã vạch Barcode để tính tiền nhanh hơn nữa.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XIN TRÂN TRỌNG CẢM ƠN 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HỘI ĐỒNG ĐÃ LẮNG NGHE!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2026-04-05T16:45:38Z</dcterms:created>
  <dcterms:modified xsi:type="dcterms:W3CDTF">2026-04-05T16:45:38Z</dcterms:modified>
</cp:coreProperties>
</file>